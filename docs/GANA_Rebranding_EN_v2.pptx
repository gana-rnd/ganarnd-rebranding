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First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that we lack the credentials.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that we are not using the credentials we hold.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167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filler company:</a:t>
            </a:r>
            <a:endParaRPr lang="en-US" sz="48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bio-manufacturing infrastructure.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benefit we deliver,</a:t>
            </a:r>
            <a:endParaRPr lang="en-US" sz="4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endParaRPr lang="en-US" sz="4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0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into biology</a:t>
            </a:r>
            <a:pPr algn="ctr" indent="0" marL="0">
              <a:lnSpc>
                <a:spcPct val="108000"/>
              </a:lnSpc>
              <a:buNone/>
            </a:pPr>
            <a:endParaRPr lang="en-US" sz="4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manufacture.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</a:t>
            </a:r>
            <a:pPr algn="ctr" indent="0" marL="0">
              <a:buNone/>
            </a:pPr>
            <a:r>
              <a:rPr lang="en-US" sz="3600" b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algn="ctr" indent="0" marL="0">
              <a:buNone/>
            </a:pPr>
            <a:r>
              <a:rPr lang="en-US" sz="3600" b="1" dirty="0">
                <a:solidFill>
                  <a:srgbClr val="0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six line up.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51760" y="1572768"/>
            <a:ext cx="6858000" cy="1078992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0" y="17007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10896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· materials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2779776"/>
            <a:ext cx="6858000" cy="1078992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9077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108960" y="34015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3986784"/>
            <a:ext cx="6858000" cy="10789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4114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108960" y="46085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· plasmid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691640"/>
            <a:ext cx="0" cy="3255264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43000" y="4608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5838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they picture going deeper, GANA Group explains itself.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claim aging.
</a:t>
            </a:r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manufacturer can enter </a:t>
            </a:r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0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430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registrations · 5 jurisdictions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 is named as the manufacturer on every one.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our website.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3291840" y="3977640"/>
            <a:ext cx="5605272" cy="0"/>
          </a:xfrm>
          <a:prstGeom prst="line">
            <a:avLst/>
          </a:prstGeom>
          <a:noFill/>
          <a:ln w="15875">
            <a:solidFill>
              <a:srgbClr val="D2D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axis.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cleanup starts today — at zero cost.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2026-07-23T08:08:51Z</dcterms:created>
  <dcterms:modified xsi:type="dcterms:W3CDTF">2026-07-23T08:08:51Z</dcterms:modified>
</cp:coreProperties>
</file>