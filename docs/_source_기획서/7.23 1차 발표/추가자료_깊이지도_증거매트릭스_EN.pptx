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Narrative, Every Layer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maps what we make. Verification is what we hand each customer at that depth. </a:t>
            </a:r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 at every layer: not a story about trust, but trust they can look up.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9050">
            <a:solidFill>
              <a:srgbClr val="1414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664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60520" y="166420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0" y="1664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WANT TO VERIFY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098280" y="16642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HAND OVER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51560" y="2103120"/>
            <a:ext cx="0" cy="3730752"/>
          </a:xfrm>
          <a:prstGeom prst="line">
            <a:avLst/>
          </a:prstGeom>
          <a:noFill/>
          <a:ln w="25400">
            <a:solidFill>
              <a:srgbClr val="14141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82880" y="166420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" y="568756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371600" y="2011680"/>
            <a:ext cx="10177272" cy="1225296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13" name="Text 11"/>
          <p:cNvSpPr/>
          <p:nvPr/>
        </p:nvSpPr>
        <p:spPr>
          <a:xfrm>
            <a:off x="1600200" y="22677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00200" y="2670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 · dermal materials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2011680"/>
            <a:ext cx="2103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 &amp; clinics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560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registration valid, and still current?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98280" y="2011680"/>
            <a:ext cx="2606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registration number + a lookup link. Current GMP.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77640" y="2194560"/>
            <a:ext cx="0" cy="85953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194560"/>
            <a:ext cx="0" cy="85953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15400" y="2194560"/>
            <a:ext cx="0" cy="85953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0" y="3355848"/>
            <a:ext cx="10177272" cy="1225296"/>
          </a:xfrm>
          <a:prstGeom prst="rect">
            <a:avLst/>
          </a:prstGeom>
          <a:solidFill>
            <a:srgbClr val="C6C6C6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40142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60520" y="3355848"/>
            <a:ext cx="2103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&amp; medical distribution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3355848"/>
            <a:ext cx="2560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registered in the market I sell into?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3355848"/>
            <a:ext cx="2606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registration on record (Roszdravnadzor · MFDS).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3538728"/>
            <a:ext cx="0" cy="85953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3538728"/>
            <a:ext cx="0" cy="85953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15400" y="3538728"/>
            <a:ext cx="0" cy="859536"/>
          </a:xfrm>
          <a:prstGeom prst="line">
            <a:avLst/>
          </a:prstGeom>
          <a:noFill/>
          <a:ln w="9525">
            <a:solidFill>
              <a:srgbClr val="9A9A9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0" y="4700016"/>
            <a:ext cx="10177272" cy="1225296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1" name="Text 29"/>
          <p:cNvSpPr/>
          <p:nvPr/>
        </p:nvSpPr>
        <p:spPr>
          <a:xfrm>
            <a:off x="1600200" y="49560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&amp; GENE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600200" y="53583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 · plasmid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4700016"/>
            <a:ext cx="21031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CDMO clients &amp; investors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700016"/>
            <a:ext cx="256032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fast, how much capacity — and is it real?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098280" y="4700016"/>
            <a:ext cx="2606040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simulator · build record · cGMP-2026 roadmap · single-owner speed.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977640" y="4882896"/>
            <a:ext cx="0" cy="859536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17920" y="4882896"/>
            <a:ext cx="0" cy="859536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15400" y="4882896"/>
            <a:ext cx="0" cy="859536"/>
          </a:xfrm>
          <a:prstGeom prst="line">
            <a:avLst/>
          </a:prstGeom>
          <a:noFill/>
          <a:ln w="9525">
            <a:solidFill>
              <a:srgbClr val="6E6E6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6108192"/>
            <a:ext cx="10908792" cy="0"/>
          </a:xfrm>
          <a:prstGeom prst="line">
            <a:avLst/>
          </a:prstGeom>
          <a:noFill/>
          <a:ln w="12700">
            <a:solidFill>
              <a:srgbClr val="CFCF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62179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fear changes with the layer. The evidence changes with the layer. </a:t>
            </a:r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never changes — we hand over what can be checked.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single form, running through every depth, is the one narrative that holds all of it together.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2026-07-27T00:40:53Z</dcterms:created>
  <dcterms:modified xsi:type="dcterms:W3CDTF">2026-07-27T00:40:53Z</dcterms:modified>
</cp:coreProperties>
</file>