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GROUP   ·   BRAND POSITIONING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filler company.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Bio-manufacturing infrastructure.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41248" y="4160520"/>
            <a:ext cx="3840480" cy="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389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change — not what we do, but how we say it.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POSITIONING FIRST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24128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not that we lack the credentials.</a:t>
            </a:r>
            <a:endParaRPr lang="en-US" sz="28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that we do not use the ones we already hold.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1054303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positioning decision — not a campaign. Positioning is the ground every line, channel and budget stands on, so we set the seat first, and prove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148072"/>
            <a:ext cx="50292" cy="4572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5120640"/>
            <a:ext cx="10241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removed. We keep the facility, the affiliates, anti-aging. We change only how the group leads.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39165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GROUP  ·  Confidential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72800" y="639165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PROOF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24128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registrations · 5 jurisdictions · all under GANA R&amp;D.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3703320" y="2148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MHRA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9224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III — the highest risk class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660904"/>
            <a:ext cx="10543032" cy="0"/>
          </a:xfrm>
          <a:prstGeom prst="line">
            <a:avLst/>
          </a:prstGeom>
          <a:noFill/>
          <a:ln w="9525">
            <a:solidFill>
              <a:srgbClr val="ECEC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157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Union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703320" y="27157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EUDAMED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92240" y="27157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manufacturer registration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227832"/>
            <a:ext cx="10543032" cy="0"/>
          </a:xfrm>
          <a:prstGeom prst="line">
            <a:avLst/>
          </a:prstGeom>
          <a:noFill/>
          <a:ln w="9525">
            <a:solidFill>
              <a:srgbClr val="ECEC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8269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03320" y="32826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ANVISA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92240" y="328269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registrations · risk class IV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794760"/>
            <a:ext cx="10543032" cy="0"/>
          </a:xfrm>
          <a:prstGeom prst="line">
            <a:avLst/>
          </a:prstGeom>
          <a:noFill/>
          <a:ln w="9525">
            <a:solidFill>
              <a:srgbClr val="ECEC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4962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703320" y="38496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Roszdravnadzor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92240" y="384962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registrations · four material families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4361688"/>
            <a:ext cx="10543032" cy="0"/>
          </a:xfrm>
          <a:prstGeom prst="line">
            <a:avLst/>
          </a:prstGeom>
          <a:noFill/>
          <a:ln w="9525">
            <a:solidFill>
              <a:srgbClr val="ECEC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4165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703320" y="44165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MFDS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92240" y="44165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registrations · GMP valid to 2027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5285232"/>
            <a:ext cx="50292" cy="4572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4" name="Text 22"/>
          <p:cNvSpPr/>
          <p:nvPr/>
        </p:nvSpPr>
        <p:spPr>
          <a:xfrm>
            <a:off x="1024128" y="5257800"/>
            <a:ext cx="10241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records — a foreign regulator already wrote it down. And today, zero of them are on our website.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639165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GROUP  · 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972800" y="639165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24128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companies stop being a buffet — and become one pipeline.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axis is depth: not what benefit we deliver, but how deep into biology we manufacture.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" y="23317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0" cy="2606040"/>
          </a:xfrm>
          <a:prstGeom prst="line">
            <a:avLst/>
          </a:prstGeom>
          <a:noFill/>
          <a:ln w="22225">
            <a:solidFill>
              <a:srgbClr val="14141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22960" y="2606040"/>
            <a:ext cx="10543032" cy="841248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82549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06240" y="2606040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Fillers · dermal materials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503920" y="260604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R&amp;D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520440"/>
            <a:ext cx="10543032" cy="841248"/>
          </a:xfrm>
          <a:prstGeom prst="rect">
            <a:avLst/>
          </a:prstGeom>
          <a:solidFill>
            <a:srgbClr val="C6C6C6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73989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206240" y="3520440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Bio-cellulose wound dressing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503920" y="352044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R&amp;D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434840"/>
            <a:ext cx="10543032" cy="84124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65429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&amp; GENE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206240" y="4434840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AAV vector · plasmid · protein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03920" y="443484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Dr.Park CDMO · built, cGMP 2026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639165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GROUP  ·  Confidential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972800" y="639165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WHAT CHANGES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24128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group’s headline sentence changes —</a:t>
            </a:r>
            <a:endParaRPr lang="en-US" sz="26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shared category claim to a manufacturing position.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926080"/>
            <a:ext cx="1054303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2461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care for aging.”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 everyone makes — and no one can prove.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09360" y="32461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35661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manufacture — here are the numbers.”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09360" y="43434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position only a real maker can hold.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5376672"/>
            <a:ext cx="50292" cy="4572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5349240"/>
            <a:ext cx="10241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thrown away. We just start using what we already have.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639165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GROUP  ·  Confidential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972800" y="639165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2148840"/>
            <a:ext cx="3840480" cy="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37744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stop describing ourselves —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start handing over numbers.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step one costs nothing, and can begin today.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GROUP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2026-07-23T05:58:18Z</dcterms:created>
  <dcterms:modified xsi:type="dcterms:W3CDTF">2026-07-23T05:58:18Z</dcterms:modified>
</cp:coreProperties>
</file>