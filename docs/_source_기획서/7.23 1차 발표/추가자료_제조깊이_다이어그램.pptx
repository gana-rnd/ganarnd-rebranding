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axis, three layers — not what benefit we deliver, but how deep into biology we manufacture.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9087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417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74920" y="1417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MANUFACTURE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4964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 ·  PROOF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1810512"/>
            <a:ext cx="0" cy="307238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82880" y="47183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1737360"/>
            <a:ext cx="10177272" cy="100584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88366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48840" y="2313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just under the skin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4920" y="188366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· dermal materials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· PLLA · PCL · PDRN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49640" y="1920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22494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· GMP-certified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901952"/>
            <a:ext cx="0" cy="67665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901952"/>
            <a:ext cx="0" cy="67665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843784"/>
            <a:ext cx="10177272" cy="1005840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2990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148840" y="3419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tissue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Bio-cellulose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dressing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30266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9640" y="3355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008376"/>
            <a:ext cx="0" cy="676656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3008376"/>
            <a:ext cx="0" cy="676656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950208"/>
            <a:ext cx="10177272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2148840" y="40965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2148840" y="4526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cellular level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409651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vector · plasmid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protein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549640" y="41330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Dr.Park CDMO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49640" y="4462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built · cGMP 2026 target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114800"/>
            <a:ext cx="0" cy="676656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4114800"/>
            <a:ext cx="0" cy="676656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157216"/>
            <a:ext cx="10908792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524865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DEPTH — NOT BENEFIT, CATEGORY, OR MARKET</a:t>
            </a:r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Depth, not hierarchy: the target differs, not the rank — no layer sits above another.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9264" y="5614416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of all six companies.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" y="5907024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affiliate manufactures something. The benefit axis had to force a gene-therapy plant under “anti-aging”; depth forces nothing.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343400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654296" y="5614416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maps to proof.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54296" y="5907024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→ a registration number. Tissue → a registration. Cell → a built plant. Each layer points to a document, not an adjective — defensible in due diligence.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8028432" y="5614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39328" y="5614416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only a maker can climb.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39328" y="5907024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= harder and more capital-intensive to make. A company that outsources production cannot place itself anywhere on this axis.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2026-07-23T05:25:42Z</dcterms:created>
  <dcterms:modified xsi:type="dcterms:W3CDTF">2026-07-23T05:25:42Z</dcterms:modified>
</cp:coreProperties>
</file>