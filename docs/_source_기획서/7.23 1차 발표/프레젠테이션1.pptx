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2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C8133-6F0A-49D4-BE95-AC271B970F31}" v="4" dt="2026-07-23T05:44:57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61" d="100"/>
          <a:sy n="61" d="100"/>
        </p:scale>
        <p:origin x="77" y="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EA744-060C-40D1-ADD4-E3032EB89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E9BC6E-F93E-4EC7-A726-B8057C3DA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D590EB-CE8F-4A24-AFE0-AC7B9CC6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1F64B-CD5A-4A45-B788-02EFA4F6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3AE72-D3F6-4A3D-A2F8-F902CEA2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45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1AA5A-AD91-4C27-834B-BCF65FD9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6066D7-ECD2-4548-B348-90D5093A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E68B28-5358-4150-82EF-86BFDF5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EEB5D-3429-45F8-AA4E-5F1C8FF1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EB5046-C339-4932-9157-0D54796A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74EE5-2B2C-4C1C-9B50-71D6495F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921AC8-28A9-4C66-B5CF-779C4324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129121-B51D-49E3-B99F-144DBFD7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E49F3F-2EE5-40FC-A0D0-AADF9EBD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5C75E3-21BE-4498-AEC0-551F670A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8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73E13-2A04-4B11-887A-25955D50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4D93CF-D8DA-4AD5-907C-E0600CEB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662DBC-F46B-4EB4-8AF2-45EA0AE7C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97E0A4-BCA7-445A-AE90-566569FD5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5A4246-8B63-44B0-9CB7-DC28CE09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6A5267-71A6-4603-A6FC-5019AD26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07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B382C-B1C7-4C92-BADA-1A577DF8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2E1672-3D78-4953-8CFE-DB234338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4D85E5-F3F4-4D2F-A77D-19AE24EDD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4BB6A0-FC3B-44CF-8903-7071CADE5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FF930A-DE99-4FF7-A897-D101AEED6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9ADA10-824E-473E-B274-FBD288E6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0B2AA0-F334-488A-AF29-E38FDBDE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544278-BE8A-406B-8738-E1545AF6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10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6422C-A82F-481A-A4FC-D8B9FCC5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39EF9F-CE0C-49EE-9D6D-0BC608BA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B29747-D064-4D68-BBDB-DE7F3FD2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F8727B-C0A2-4BD2-9268-5309DF9C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81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00065B-4350-46C2-962B-BD1F0CEF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782A53-9B17-4779-BCA3-39AE4381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943A9-36AC-4757-811F-19203F89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71B29-EEFD-4468-930B-15EEEB35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9079C-CF76-4B19-977A-05988CDDA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5AB131-6256-4D1A-B759-3114B25C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1EC8F4-8F53-4F34-B530-0E42D2E5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997E34-CFDF-4ABC-B3E4-4DD1C13B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5F3F95-0DF5-4CAA-B280-348B766A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68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7720F-600A-4361-A0FB-77CB5E6A5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9785CC-B003-4491-ADFE-8BC129171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C054B2-18CC-40F1-BAAA-7A192DD69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980178-093E-4773-8D67-3005556F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9674F2-542A-4AF8-83D2-3DCBA176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B0FDB5-5165-4440-A480-87FFCCF8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8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2BDF-B4FE-4C6A-B429-BD12BFB7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EC3A2-1CA7-4A12-A381-609C04207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28745B-1771-4E01-A617-2093CD51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49CE3E-BDB2-4B34-A527-B12BFCC9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6EBD6-F05E-4E27-98A7-0380D25D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33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21CFCCF-CF38-4E77-A3BA-5E59D1A8D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27C04-FB1B-47B3-B5B5-C1E3F73B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CC5889-9ABD-4510-A5E3-235D733B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34599-45CC-42A9-9EDD-2AD80890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C012B6-C98F-4E00-9C41-7C76E117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69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439552-6429-496C-B4AF-CCA2D1C7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8CA3B8-C99D-4580-AE30-A17F6E280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E29B5-C164-4988-9948-2914BC5DB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A5578-2E01-4F98-92C1-6EB776A714A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5A873-4162-4A5B-AE9D-C1EB961E6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B43CF-0A54-4DC9-9D7A-84C57BE4B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41484-B3E7-48F1-B350-66D6D5482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09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D9DE1-1AB6-4A5A-91FC-12BD05FB7C39}"/>
              </a:ext>
            </a:extLst>
          </p:cNvPr>
          <p:cNvSpPr txBox="1">
            <a:spLocks/>
          </p:cNvSpPr>
          <p:nvPr/>
        </p:nvSpPr>
        <p:spPr>
          <a:xfrm>
            <a:off x="783772" y="1654418"/>
            <a:ext cx="10624456" cy="3549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400" b="1" dirty="0">
                <a:latin typeface="Calibri" panose="020F0502020204030204" pitchFamily="34" charset="0"/>
                <a:ea typeface="맑은 고딕" panose="020B0503020000020004" pitchFamily="50" charset="-127"/>
              </a:rPr>
              <a:t>Positioning First</a:t>
            </a:r>
            <a:br>
              <a:rPr lang="ko-KR" altLang="ko-KR" sz="5400" dirty="0">
                <a:latin typeface="Calibri" panose="020F0502020204030204" pitchFamily="34" charset="0"/>
                <a:ea typeface="맑은 고딕" panose="020B0503020000020004" pitchFamily="50" charset="-127"/>
              </a:rPr>
            </a:br>
            <a:endParaRPr lang="en-US" altLang="ko-KR" sz="5400" dirty="0"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ctr"/>
            <a:r>
              <a:rPr lang="en-US" altLang="ko-KR" sz="4000" dirty="0">
                <a:solidFill>
                  <a:srgbClr val="1A1A1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problem is not that we lack the credentials. It is that we are not using the credentials we hold.</a:t>
            </a:r>
            <a:endParaRPr lang="ko-KR" altLang="ko-KR" sz="4000" dirty="0"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ctr"/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84464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6F05B-C437-4713-AE23-F80227709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2" y="1147245"/>
            <a:ext cx="10624456" cy="3549164"/>
          </a:xfrm>
        </p:spPr>
        <p:txBody>
          <a:bodyPr>
            <a:normAutofit/>
          </a:bodyPr>
          <a:lstStyle/>
          <a:p>
            <a:r>
              <a:rPr lang="en-US" altLang="ko-KR" sz="5400" b="1" dirty="0">
                <a:solidFill>
                  <a:srgbClr val="1A1A1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Not a filler company : </a:t>
            </a:r>
            <a:br>
              <a:rPr lang="en-US" altLang="ko-KR" sz="5400" b="1" dirty="0">
                <a:solidFill>
                  <a:srgbClr val="1A1A1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en-US" altLang="ko-KR" sz="5400" b="1" dirty="0">
                <a:solidFill>
                  <a:srgbClr val="1A1A1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bio-manufacturing infrastructure.</a:t>
            </a:r>
            <a:br>
              <a:rPr lang="ko-KR" altLang="ko-KR" sz="54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endParaRPr lang="ko-KR" altLang="en-US" sz="5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38FC25-A2E2-4A98-8DA9-6D8085006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08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7B2E8F6-5C71-43EC-8F30-A20928A8F71F}"/>
              </a:ext>
            </a:extLst>
          </p:cNvPr>
          <p:cNvSpPr txBox="1">
            <a:spLocks/>
          </p:cNvSpPr>
          <p:nvPr/>
        </p:nvSpPr>
        <p:spPr>
          <a:xfrm>
            <a:off x="199819" y="1596929"/>
            <a:ext cx="11792359" cy="43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ko-KR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8B5DD-ADEA-4579-847F-4CBB67DE3903}"/>
              </a:ext>
            </a:extLst>
          </p:cNvPr>
          <p:cNvSpPr txBox="1"/>
          <p:nvPr/>
        </p:nvSpPr>
        <p:spPr>
          <a:xfrm>
            <a:off x="2112000" y="5255410"/>
            <a:ext cx="8368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rgbClr val="0070C0"/>
                </a:solidFill>
              </a:rPr>
              <a:t>(Surface –&gt; Tissue –&gt; cell and gene)</a:t>
            </a:r>
            <a:endParaRPr lang="ko-KR" alt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6E600-4F6A-48BA-A3E5-296862DBE831}"/>
              </a:ext>
            </a:extLst>
          </p:cNvPr>
          <p:cNvSpPr txBox="1"/>
          <p:nvPr/>
        </p:nvSpPr>
        <p:spPr>
          <a:xfrm>
            <a:off x="2112000" y="2689586"/>
            <a:ext cx="77003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dirty="0">
                <a:latin typeface="+mj-lt"/>
              </a:rPr>
              <a:t>The moment they picture going deeper, </a:t>
            </a:r>
            <a:r>
              <a:rPr lang="en-US" altLang="ko-KR" sz="4400" dirty="0" err="1">
                <a:latin typeface="+mj-lt"/>
              </a:rPr>
              <a:t>gana</a:t>
            </a:r>
            <a:r>
              <a:rPr lang="en-US" altLang="ko-KR" sz="4400" dirty="0">
                <a:latin typeface="+mj-lt"/>
              </a:rPr>
              <a:t> </a:t>
            </a:r>
            <a:r>
              <a:rPr lang="en-US" altLang="ko-KR" sz="4400" i="0" dirty="0">
                <a:effectLst/>
                <a:latin typeface="+mj-lt"/>
              </a:rPr>
              <a:t>group explains itself</a:t>
            </a:r>
          </a:p>
          <a:p>
            <a:pPr algn="ctr"/>
            <a:endParaRPr lang="ko-KR" altLang="en-US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6EE88-4AD0-46BD-8FBA-2B14CBA61A5D}"/>
              </a:ext>
            </a:extLst>
          </p:cNvPr>
          <p:cNvSpPr txBox="1"/>
          <p:nvPr/>
        </p:nvSpPr>
        <p:spPr>
          <a:xfrm>
            <a:off x="559695" y="905982"/>
            <a:ext cx="11072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i="0" dirty="0">
                <a:effectLst/>
                <a:latin typeface="-apple-system"/>
              </a:rPr>
              <a:t>From a </a:t>
            </a:r>
            <a:r>
              <a:rPr lang="en-US" altLang="ko-KR" sz="5400" b="1" i="0" dirty="0">
                <a:solidFill>
                  <a:srgbClr val="C00000"/>
                </a:solidFill>
                <a:effectLst/>
                <a:latin typeface="-apple-system"/>
              </a:rPr>
              <a:t>List</a:t>
            </a:r>
            <a:r>
              <a:rPr lang="en-US" altLang="ko-KR" sz="5400" i="0" dirty="0">
                <a:effectLst/>
                <a:latin typeface="-apple-system"/>
              </a:rPr>
              <a:t> to </a:t>
            </a:r>
            <a:r>
              <a:rPr lang="en-US" altLang="ko-KR" sz="5400" b="1" dirty="0">
                <a:solidFill>
                  <a:srgbClr val="C00000"/>
                </a:solidFill>
                <a:latin typeface="-apple-system"/>
              </a:rPr>
              <a:t>D</a:t>
            </a:r>
            <a:r>
              <a:rPr lang="en-US" altLang="ko-KR" sz="5400" b="1" i="0" dirty="0">
                <a:solidFill>
                  <a:srgbClr val="C00000"/>
                </a:solidFill>
                <a:effectLst/>
                <a:latin typeface="-apple-system"/>
              </a:rPr>
              <a:t>epth</a:t>
            </a:r>
            <a:r>
              <a:rPr lang="en-US" altLang="ko-KR" sz="5400" i="0" dirty="0">
                <a:effectLst/>
                <a:latin typeface="-apple-system"/>
              </a:rPr>
              <a:t> — all six line up.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4615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85622-1440-4519-8186-E2A4C5233DD0}"/>
              </a:ext>
            </a:extLst>
          </p:cNvPr>
          <p:cNvSpPr txBox="1"/>
          <p:nvPr/>
        </p:nvSpPr>
        <p:spPr>
          <a:xfrm>
            <a:off x="590810" y="2367419"/>
            <a:ext cx="110103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b="1" i="0" dirty="0">
                <a:effectLst/>
                <a:latin typeface="-apple-system"/>
              </a:rPr>
              <a:t>Anyone can claim aging. </a:t>
            </a:r>
          </a:p>
          <a:p>
            <a:pPr algn="ctr"/>
            <a:r>
              <a:rPr lang="en-US" altLang="ko-KR" sz="5400" b="1" i="0" dirty="0">
                <a:effectLst/>
                <a:latin typeface="-apple-system"/>
              </a:rPr>
              <a:t>Only a manufacturer can enter </a:t>
            </a:r>
            <a:r>
              <a:rPr lang="en-US" altLang="ko-KR" sz="5400" b="1" i="0" dirty="0">
                <a:solidFill>
                  <a:srgbClr val="0070C0"/>
                </a:solidFill>
                <a:effectLst/>
                <a:latin typeface="-apple-system"/>
              </a:rPr>
              <a:t>depth</a:t>
            </a:r>
            <a:r>
              <a:rPr lang="en-US" altLang="ko-KR" sz="5400" b="1" i="0" dirty="0">
                <a:effectLst/>
                <a:latin typeface="-apple-syste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141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05C721-E2B7-4EEE-986D-A940EB0CE7E7}"/>
              </a:ext>
            </a:extLst>
          </p:cNvPr>
          <p:cNvSpPr txBox="1">
            <a:spLocks/>
          </p:cNvSpPr>
          <p:nvPr/>
        </p:nvSpPr>
        <p:spPr>
          <a:xfrm>
            <a:off x="783772" y="1654418"/>
            <a:ext cx="10624456" cy="3549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ko-KR" altLang="en-US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F1DAE-718A-4D00-8D89-4A00FBF346C8}"/>
              </a:ext>
            </a:extLst>
          </p:cNvPr>
          <p:cNvSpPr txBox="1"/>
          <p:nvPr/>
        </p:nvSpPr>
        <p:spPr>
          <a:xfrm>
            <a:off x="1468016" y="2100284"/>
            <a:ext cx="9255968" cy="2657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/>
              <a:t> Not what benefit we deliver, but how deep into biology we manufacture. 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9968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93</Words>
  <Application>Microsoft Office PowerPoint</Application>
  <PresentationFormat>와이드스크린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Not a filler company :  bio-manufacturing infrastructure. 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소정 박</dc:creator>
  <cp:lastModifiedBy>소정 박</cp:lastModifiedBy>
  <cp:revision>5</cp:revision>
  <dcterms:created xsi:type="dcterms:W3CDTF">2026-07-23T05:33:11Z</dcterms:created>
  <dcterms:modified xsi:type="dcterms:W3CDTF">2026-07-23T08:07:48Z</dcterms:modified>
</cp:coreProperties>
</file>