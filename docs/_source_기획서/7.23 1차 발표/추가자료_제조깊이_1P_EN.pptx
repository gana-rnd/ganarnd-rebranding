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10896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Depth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84048" y="73152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axis, three layers — not what benefit we deliver, but how deep into biology we manufacture.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995781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338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84832" y="113385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54296" y="11338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MANUFACTURE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99248" y="1133856"/>
            <a:ext cx="2624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 ·  PROOF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24712" y="1444752"/>
            <a:ext cx="0" cy="243230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2608" y="367588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08176" y="1389888"/>
            <a:ext cx="8915400" cy="786384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48132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84832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just under the skin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07408" y="1517904"/>
            <a:ext cx="0" cy="530352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 · dermal materials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· PLLA · PCL · PDRN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1517904"/>
            <a:ext cx="0" cy="530352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1508760"/>
            <a:ext cx="2624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99248" y="1764792"/>
            <a:ext cx="2624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· GMP-certified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08176" y="2249424"/>
            <a:ext cx="8915400" cy="786384"/>
          </a:xfrm>
          <a:prstGeom prst="rect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23408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084832" y="26700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tissue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07408" y="2377440"/>
            <a:ext cx="0" cy="530352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236829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Bio-cellulose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dressing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2377440"/>
            <a:ext cx="0" cy="530352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2368296"/>
            <a:ext cx="2624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99248" y="2624328"/>
            <a:ext cx="2624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08176" y="3108960"/>
            <a:ext cx="8915400" cy="7863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32004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084832" y="35295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cellular level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07408" y="3236976"/>
            <a:ext cx="0" cy="530352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32278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 vector · plasmid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protein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52360" y="3236976"/>
            <a:ext cx="0" cy="530352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3227832"/>
            <a:ext cx="2624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Dr.Park CDMO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99248" y="3483864"/>
            <a:ext cx="2624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built · cGMP 2026 target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041648"/>
            <a:ext cx="995781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114800"/>
            <a:ext cx="9957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NOTE</a:t>
            </a:r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Why this axis — and how to read it.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389120"/>
            <a:ext cx="9957816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389120"/>
            <a:ext cx="4572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407408"/>
            <a:ext cx="9628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benefit we deliver, but how deep into biology we manufacture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axis that is true of all six companies, provable, and impossible for a brand to copy.</a:t>
            </a:r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&amp; gene layer is stated in the honest tense: the plant is built, cGMP certification is the 2026 target.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5047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" y="5047488"/>
            <a:ext cx="2807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of all six companies.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" y="5285232"/>
            <a:ext cx="28072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affiliate manufactures something. The benefit axis had to force a gene-therapy plant under “anti-aging”; depth forces nothing.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13048" y="5047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069080" y="5047488"/>
            <a:ext cx="2807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maps to proof.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069080" y="5285232"/>
            <a:ext cx="28072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→ a registration number. Tissue → a registration. Cell → a built plant. Each layer points to a document, not an adjective — defensible in due diligence.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260336" y="5047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16368" y="5047488"/>
            <a:ext cx="2807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 only a maker can climb.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516368" y="5285232"/>
            <a:ext cx="28072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= harder and more capital-intensive to make. A company that outsources production cannot place itself anywhere on this axis.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1792" y="6035040"/>
            <a:ext cx="2807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benefit, category, or market.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1792" y="6272784"/>
            <a:ext cx="28072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side by side we look like a buffet. “Levels of anti-aging” is a benefit claim we cannot prove and every competitor also makes. Category leaves us six unrelated firms; market splits the group in two.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069080" y="6035040"/>
            <a:ext cx="2807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not hierarchy.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069080" y="6272784"/>
            <a:ext cx="28072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layer is not above the filler layer and not more important — it manufactures at a different biological depth. The layers darken with difficulty, not status. No affiliate is demoted; each owns its layer.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516368" y="6035040"/>
            <a:ext cx="2807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axis, three uses.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516368" y="6272784"/>
            <a:ext cx="280720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surface → tissue → cell becomes the navigation of the website and the order in which a buyer meets us. One idea organizes the story, the site, and the sales conversation.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7059168"/>
            <a:ext cx="9957816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7114032"/>
            <a:ext cx="9957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getting deeper and darker — one manufacturer working across a range that no brand can fake. That is manufacturing depth.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2026-07-23T06:04:38Z</dcterms:created>
  <dcterms:modified xsi:type="dcterms:W3CDTF">2026-07-23T06:04:38Z</dcterms:modified>
</cp:coreProperties>
</file>